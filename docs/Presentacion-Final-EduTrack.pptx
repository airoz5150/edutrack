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371600"/>
            <a:ext cx="1828800" cy="182880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75504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actividades académicas conectada a la nube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Pruebas y liberación del desarrollo móvil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 Reyes Sergio Rodrigo   ·   28 de Junio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EduTrack?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para que los estudiantes organicen sus actividades académicas. Registra tareas con su fecha y estado, las agrupa por materias y guarda todo en la nube, accesible desde la web y desde el móvil.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420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verificación por correo y sesión con tokens JWT.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5420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en la nube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30632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editar, completar y eliminar; segmentadas en Pendientes y Completadas.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4622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cuenta y datos en la versión web y en la app móvil (APK).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4622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educativos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videos mediante una API REST externa (YouTube).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estrategias de pruebas, optimización y liberación de aplicaciones móviles para garantizar la calidad y funcionalidad del producto final.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pruebas funcionales y de usabilidad.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corregir errores del sistema.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rendimiento y el consumo de recursos.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versiones APK o AAB.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 documentación para la liberación y el despliegue.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2926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móvil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2103120"/>
            <a:ext cx="2926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46904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586984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46904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(Vercel)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46904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JWT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2926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3252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en la nube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3063240"/>
            <a:ext cx="8778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52944" y="3063240"/>
            <a:ext cx="85953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43200" y="4572000"/>
            <a:ext cx="6702552" cy="1097280"/>
          </a:xfrm>
          <a:prstGeom prst="roundRect">
            <a:avLst>
              <a:gd name="adj" fmla="val 7500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17520" y="4709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Autenticación: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— registro, verificación por correo y emisión de tokens JWT que el backend valida en cada petición.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15968" y="1554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90288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90288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83296" y="1554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57616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57616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15968" y="3703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0288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90288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3703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57616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7616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(APK)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cumplidos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73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Registro con contraseña segura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9992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 Verificación por correo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124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Login/logout con JWT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42569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CRUD de actividades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138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 Listado Pendientes/Completadas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03520" cy="4754880"/>
          </a:xfrm>
          <a:prstGeom prst="roundRect">
            <a:avLst>
              <a:gd name="adj" fmla="val 173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Interfaz responsiva móvil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999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React + Vite en Vercel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7124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Datos en MongoDB Atlas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42569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 Carga inicial &lt; 3 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E1B4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 casos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aprobados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722376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554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login, CRUD, segmentación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359152"/>
            <a:ext cx="722376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3591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3591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&lt; 3 s, respuesta de API &lt; 1 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3163824"/>
            <a:ext cx="722376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16382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16382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Responsiva, navegación clara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3968496"/>
            <a:ext cx="722376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9684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396849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y aislamiento de datos por usuario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corregidas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reales detectados durante el desarrollo y las pruebas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500 en producción (jose/ESM)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304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0312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ESM vs CommonJS en Vercel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03720" y="2304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33756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108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autenticación rechazada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33756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108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502: backend no disponible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03720" y="3538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5720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al optimizar el build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4773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20624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5720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denegados (fase Firestore)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03720" y="4773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 ·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la aplicación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57200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monolítico (375 KB)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descarga de golpe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3474720"/>
            <a:ext cx="100584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1828800"/>
            <a:ext cx="4572000" cy="32918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con carga diferida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pantalla carga bajo demanda; librerías en caché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Técnica: code-splitting (React.lazy) + separación de vendors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y despliegue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47088" y="21488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 la nube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 en Vercel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edu-track-three-tau.vercel.app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14416" y="21488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firmado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4568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Android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app-release.apk · 3.1 MB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81744" y="21488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 para tienda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11896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11896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app-release.aab · 3.0 MB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APK/AAB están firmados digitalmente y listos para su distribución.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9050">
            <a:solidFill>
              <a:srgbClr val="C9A22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Espacio para capturas o video de la demostración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 aquí capturas de la app funcionando o un código QR al video demostrativo)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cumple todos los requerimientos funcionales y no funcionales.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ejecutaron pruebas funcionales, de rendimiento, usabilidad y seguridad (100% aprobadas).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incidencias detectadas fueron corregidas.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fue optimizada, firmada y liberada como web y como app móvil.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integraron autenticación, base de datos en la nube, consumo de APIs y sincronización de datos.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— Unidad 3</dc:title>
  <dc:subject>PptxGenJS Presentation</dc:subject>
  <dc:creator>García Reyes Sergio Rodrigo</dc:creator>
  <cp:lastModifiedBy>García Reyes Sergio Rodrigo</cp:lastModifiedBy>
  <cp:revision>1</cp:revision>
  <dcterms:created xsi:type="dcterms:W3CDTF">2026-07-09T02:53:16Z</dcterms:created>
  <dcterms:modified xsi:type="dcterms:W3CDTF">2026-07-09T02:53:16Z</dcterms:modified>
</cp:coreProperties>
</file>